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Motivo visual: fondo navy sólido (Midnight Executive), texto en dos tonos (ice blue para el pretítulo, blanco para el título) — jerarquía tipográfica clara (principio de visualización: jerarquía).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/ Inicio de la narrativa. Layout: 4 stat callouts (números grandes, principio de jerarquía visual). Gestalt — Proximidad: las 4 tarjetas agrupadas en una fila comunican que son parte de un mismo panorama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Nudo — primera mitad (lo positivo). Principio de precisión: eje Y no distorsionado, ambas series con su propia escala. Gestalt — Similitud de color: navy=productividad, verde=defectos, consistente con el resto del deck (verde=positivo).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Nudo — segunda mitad (el costo). Transición lógica desde la slide 3: mismo layout (gráfico + stats), pero paleta cambia de verde a rojo (Gestalt — Similitud: el color codifica 'riesgo' de forma consistente en todo el deck). Principio de foco: rojo reservado solo para lo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giro de la narrativa (climax). Principio de eliminación de ruido: un solo gráfico centrado, sin elementos laterales que compitan por la atención — foco total en el dato más importante de toda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Refuerza el argumento financiero antes de la recomendación final. Gestalt — Continuidad: la línea implícita de barras rojas a verdes guía el ojo de izquierda a derecha, reforzando la idea de 'trayectoria hacia el éxito'.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Desenlace / cierre. Vuelve a fondo navy (estructura sándwich oscuro-claro-oscuro del deck completo). El scorecard resume visualmente las 8 métricas clave usando el mismo código de color verde/rojo de todo el deck (Gestalt — Similitud, aplicado de punta a punta de la presentación).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· TRANSFORMACIÓN DIGITAL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meses de datos: el éxito operacional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su costo humano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de datos para el Comité Ejecutivo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 · TechCorp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Julio 2023: una operación estancada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de los 18 meses que siguen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(índice)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23774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de la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TechCorp, una manufacturera tradicional, decide iniciar su transformación digital con la operación estancada y un retorno negativo sobre la inversión.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no mienten: la operación mejoró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todos los frentes</a:t>
            </a:r>
            <a:endParaRPr lang="en-US" sz="2700" dirty="0"/>
          </a:p>
        </p:txBody>
      </p:sp>
      <p:pic>
        <p:nvPicPr>
          <p:cNvPr id="3" name="Image 0" descr="/home/claude/techcorp/charts/01_exito_operac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406640" cy="34116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+18,1%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-57,1%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defectos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+61,9%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clientes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mientras subían los números de negocio,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 se rompía en silencio</a:t>
            </a:r>
            <a:endParaRPr lang="en-US" sz="2700" dirty="0"/>
          </a:p>
        </p:txBody>
      </p:sp>
      <p:pic>
        <p:nvPicPr>
          <p:cNvPr id="3" name="Image 0" descr="/home/claude/techcorp/charts/02_costo_hum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406640" cy="34116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-14,7%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880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+87,5%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personal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x9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Vacantes tech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cubrir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enero, la primera grieta: 3 indicadores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digitales caen a la vez</a:t>
            </a:r>
            <a:endParaRPr lang="en-US" sz="2700" dirty="0"/>
          </a:p>
        </p:txBody>
      </p:sp>
      <p:pic>
        <p:nvPicPr>
          <p:cNvPr id="3" name="Image 0" descr="/home/claude/techcorp/charts/03_grieta_en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600200"/>
            <a:ext cx="8778240" cy="4320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057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de madurez digital (noviembre 2024) coincide con el techo: en el dato más reciente, la adopción retrocede en las tres métricas simultáneamente.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financiero es real: ROI positivo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el mes 9</a:t>
            </a:r>
            <a:endParaRPr lang="en-US" sz="2700" dirty="0"/>
          </a:p>
        </p:txBody>
      </p:sp>
      <p:pic>
        <p:nvPicPr>
          <p:cNvPr id="3" name="Image 0" descr="/home/claude/techcorp/charts/04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600200"/>
            <a:ext cx="8961120" cy="41276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83757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se paga sola. La pregunta no es si continuar, sino cómo sostenerla sin seguir drenando al equipo que la hace posible.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decisión: invertir en las personas,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solo en la tecnología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techcorp/charts/05_score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654087"/>
            <a:ext cx="6035040" cy="313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07492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50200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inversión tecnológica: el ROI ya la justifica.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560527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5605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555040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parte del presupuesto a retención de talento y cobertura de las 18 vacantes tech críticas.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613562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6135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78992" y="60807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un plan de acompañamiento al cambio que frene la rotación antes de que erosione las ganancias operacionales.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2026-09-04T02:10:29Z</dcterms:created>
  <dcterms:modified xsi:type="dcterms:W3CDTF">2026-09-04T02:10:29Z</dcterms:modified>
</cp:coreProperties>
</file>